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3" r:id="rId4"/>
    <p:sldId id="264" r:id="rId5"/>
    <p:sldId id="260" r:id="rId6"/>
    <p:sldId id="265" r:id="rId7"/>
    <p:sldId id="268" r:id="rId8"/>
    <p:sldId id="266" r:id="rId9"/>
    <p:sldId id="269"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EF22CE-FD57-47E5-84FA-5A701A8AC015}" v="10" dt="2025-05-02T17:51:20.8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7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Sahatjian" userId="a4aed0256185d11b" providerId="LiveId" clId="{67EF22CE-FD57-47E5-84FA-5A701A8AC015}"/>
    <pc:docChg chg="custSel addSld delSld modSld">
      <pc:chgData name="Alex Sahatjian" userId="a4aed0256185d11b" providerId="LiveId" clId="{67EF22CE-FD57-47E5-84FA-5A701A8AC015}" dt="2025-05-02T17:54:01.472" v="606" actId="313"/>
      <pc:docMkLst>
        <pc:docMk/>
      </pc:docMkLst>
      <pc:sldChg chg="modSp new mod">
        <pc:chgData name="Alex Sahatjian" userId="a4aed0256185d11b" providerId="LiveId" clId="{67EF22CE-FD57-47E5-84FA-5A701A8AC015}" dt="2025-05-02T17:54:01.472" v="606" actId="313"/>
        <pc:sldMkLst>
          <pc:docMk/>
          <pc:sldMk cId="3681960702" sldId="256"/>
        </pc:sldMkLst>
        <pc:spChg chg="mod">
          <ac:chgData name="Alex Sahatjian" userId="a4aed0256185d11b" providerId="LiveId" clId="{67EF22CE-FD57-47E5-84FA-5A701A8AC015}" dt="2025-05-02T17:39:57.263" v="114" actId="20577"/>
          <ac:spMkLst>
            <pc:docMk/>
            <pc:sldMk cId="3681960702" sldId="256"/>
            <ac:spMk id="2" creationId="{C98B2226-D598-A100-FF2F-C831A0E0EA05}"/>
          </ac:spMkLst>
        </pc:spChg>
        <pc:spChg chg="mod">
          <ac:chgData name="Alex Sahatjian" userId="a4aed0256185d11b" providerId="LiveId" clId="{67EF22CE-FD57-47E5-84FA-5A701A8AC015}" dt="2025-05-02T17:54:01.472" v="606" actId="313"/>
          <ac:spMkLst>
            <pc:docMk/>
            <pc:sldMk cId="3681960702" sldId="256"/>
            <ac:spMk id="3" creationId="{E55B7AC2-6712-F0E6-B3B3-5FA92AD6043E}"/>
          </ac:spMkLst>
        </pc:spChg>
      </pc:sldChg>
      <pc:sldChg chg="addSp delSp modSp new del mod setBg">
        <pc:chgData name="Alex Sahatjian" userId="a4aed0256185d11b" providerId="LiveId" clId="{67EF22CE-FD57-47E5-84FA-5A701A8AC015}" dt="2025-05-02T17:46:44.459" v="331" actId="47"/>
        <pc:sldMkLst>
          <pc:docMk/>
          <pc:sldMk cId="148761800" sldId="257"/>
        </pc:sldMkLst>
        <pc:spChg chg="mod">
          <ac:chgData name="Alex Sahatjian" userId="a4aed0256185d11b" providerId="LiveId" clId="{67EF22CE-FD57-47E5-84FA-5A701A8AC015}" dt="2025-05-02T17:41:56.215" v="209" actId="26606"/>
          <ac:spMkLst>
            <pc:docMk/>
            <pc:sldMk cId="148761800" sldId="257"/>
            <ac:spMk id="2" creationId="{813C2BFD-82FC-2C47-2F6E-114417AF47AE}"/>
          </ac:spMkLst>
        </pc:spChg>
        <pc:spChg chg="mod">
          <ac:chgData name="Alex Sahatjian" userId="a4aed0256185d11b" providerId="LiveId" clId="{67EF22CE-FD57-47E5-84FA-5A701A8AC015}" dt="2025-05-02T17:46:41.642" v="329" actId="21"/>
          <ac:spMkLst>
            <pc:docMk/>
            <pc:sldMk cId="148761800" sldId="257"/>
            <ac:spMk id="3" creationId="{534841C6-0B84-CA13-3AF4-136338B796AC}"/>
          </ac:spMkLst>
        </pc:spChg>
        <pc:spChg chg="add">
          <ac:chgData name="Alex Sahatjian" userId="a4aed0256185d11b" providerId="LiveId" clId="{67EF22CE-FD57-47E5-84FA-5A701A8AC015}" dt="2025-05-02T17:41:56.215" v="209" actId="26606"/>
          <ac:spMkLst>
            <pc:docMk/>
            <pc:sldMk cId="148761800" sldId="257"/>
            <ac:spMk id="9" creationId="{9F7D5CDA-D291-4307-BF55-1381FED29634}"/>
          </ac:spMkLst>
        </pc:spChg>
        <pc:spChg chg="add">
          <ac:chgData name="Alex Sahatjian" userId="a4aed0256185d11b" providerId="LiveId" clId="{67EF22CE-FD57-47E5-84FA-5A701A8AC015}" dt="2025-05-02T17:41:56.215" v="209" actId="26606"/>
          <ac:spMkLst>
            <pc:docMk/>
            <pc:sldMk cId="148761800" sldId="257"/>
            <ac:spMk id="11" creationId="{59B296B9-C5A5-4E4F-9B60-C907B5F1466C}"/>
          </ac:spMkLst>
        </pc:spChg>
        <pc:spChg chg="add">
          <ac:chgData name="Alex Sahatjian" userId="a4aed0256185d11b" providerId="LiveId" clId="{67EF22CE-FD57-47E5-84FA-5A701A8AC015}" dt="2025-05-02T17:41:56.215" v="209" actId="26606"/>
          <ac:spMkLst>
            <pc:docMk/>
            <pc:sldMk cId="148761800" sldId="257"/>
            <ac:spMk id="13" creationId="{D0300FD3-5AF1-6305-15FA-9078072672E2}"/>
          </ac:spMkLst>
        </pc:spChg>
        <pc:picChg chg="add del">
          <ac:chgData name="Alex Sahatjian" userId="a4aed0256185d11b" providerId="LiveId" clId="{67EF22CE-FD57-47E5-84FA-5A701A8AC015}" dt="2025-05-02T17:46:30.691" v="326" actId="478"/>
          <ac:picMkLst>
            <pc:docMk/>
            <pc:sldMk cId="148761800" sldId="257"/>
            <ac:picMk id="5" creationId="{0A12AE92-1B59-3E02-BC9E-7962AEDCDECE}"/>
          </ac:picMkLst>
        </pc:picChg>
      </pc:sldChg>
      <pc:sldChg chg="addSp delSp modSp new del mod setBg">
        <pc:chgData name="Alex Sahatjian" userId="a4aed0256185d11b" providerId="LiveId" clId="{67EF22CE-FD57-47E5-84FA-5A701A8AC015}" dt="2025-05-02T17:47:02.115" v="343" actId="47"/>
        <pc:sldMkLst>
          <pc:docMk/>
          <pc:sldMk cId="3327161013" sldId="258"/>
        </pc:sldMkLst>
        <pc:spChg chg="mod">
          <ac:chgData name="Alex Sahatjian" userId="a4aed0256185d11b" providerId="LiveId" clId="{67EF22CE-FD57-47E5-84FA-5A701A8AC015}" dt="2025-05-02T17:42:11.222" v="210" actId="26606"/>
          <ac:spMkLst>
            <pc:docMk/>
            <pc:sldMk cId="3327161013" sldId="258"/>
            <ac:spMk id="2" creationId="{4E65636D-EFB9-67B4-72F4-D708DCBC4FAC}"/>
          </ac:spMkLst>
        </pc:spChg>
        <pc:spChg chg="del">
          <ac:chgData name="Alex Sahatjian" userId="a4aed0256185d11b" providerId="LiveId" clId="{67EF22CE-FD57-47E5-84FA-5A701A8AC015}" dt="2025-05-02T17:41:33.859" v="207"/>
          <ac:spMkLst>
            <pc:docMk/>
            <pc:sldMk cId="3327161013" sldId="258"/>
            <ac:spMk id="3" creationId="{0C693C88-CEB8-3621-A6FF-8256047DB49D}"/>
          </ac:spMkLst>
        </pc:spChg>
        <pc:spChg chg="add">
          <ac:chgData name="Alex Sahatjian" userId="a4aed0256185d11b" providerId="LiveId" clId="{67EF22CE-FD57-47E5-84FA-5A701A8AC015}" dt="2025-05-02T17:42:11.222" v="210" actId="26606"/>
          <ac:spMkLst>
            <pc:docMk/>
            <pc:sldMk cId="3327161013" sldId="258"/>
            <ac:spMk id="9" creationId="{D4771268-CB57-404A-9271-370EB28F6090}"/>
          </ac:spMkLst>
        </pc:spChg>
        <pc:picChg chg="add mod">
          <ac:chgData name="Alex Sahatjian" userId="a4aed0256185d11b" providerId="LiveId" clId="{67EF22CE-FD57-47E5-84FA-5A701A8AC015}" dt="2025-05-02T17:42:11.222" v="210" actId="26606"/>
          <ac:picMkLst>
            <pc:docMk/>
            <pc:sldMk cId="3327161013" sldId="258"/>
            <ac:picMk id="4" creationId="{9E10953B-B544-A915-FBCD-BFFA954A58D4}"/>
          </ac:picMkLst>
        </pc:picChg>
      </pc:sldChg>
      <pc:sldChg chg="addSp delSp modSp new del mod setBg">
        <pc:chgData name="Alex Sahatjian" userId="a4aed0256185d11b" providerId="LiveId" clId="{67EF22CE-FD57-47E5-84FA-5A701A8AC015}" dt="2025-05-02T17:47:28.568" v="360" actId="47"/>
        <pc:sldMkLst>
          <pc:docMk/>
          <pc:sldMk cId="631930741" sldId="259"/>
        </pc:sldMkLst>
        <pc:spChg chg="mod">
          <ac:chgData name="Alex Sahatjian" userId="a4aed0256185d11b" providerId="LiveId" clId="{67EF22CE-FD57-47E5-84FA-5A701A8AC015}" dt="2025-05-02T17:43:06.286" v="230" actId="26606"/>
          <ac:spMkLst>
            <pc:docMk/>
            <pc:sldMk cId="631930741" sldId="259"/>
            <ac:spMk id="2" creationId="{5BADFB88-DE40-B2A5-0C17-3A889BC8422F}"/>
          </ac:spMkLst>
        </pc:spChg>
        <pc:spChg chg="del">
          <ac:chgData name="Alex Sahatjian" userId="a4aed0256185d11b" providerId="LiveId" clId="{67EF22CE-FD57-47E5-84FA-5A701A8AC015}" dt="2025-05-02T17:43:01.167" v="227" actId="931"/>
          <ac:spMkLst>
            <pc:docMk/>
            <pc:sldMk cId="631930741" sldId="259"/>
            <ac:spMk id="3" creationId="{E8989BA6-043F-EADD-12EA-66C5BEE02669}"/>
          </ac:spMkLst>
        </pc:spChg>
        <pc:spChg chg="add">
          <ac:chgData name="Alex Sahatjian" userId="a4aed0256185d11b" providerId="LiveId" clId="{67EF22CE-FD57-47E5-84FA-5A701A8AC015}" dt="2025-05-02T17:43:06.286" v="230" actId="26606"/>
          <ac:spMkLst>
            <pc:docMk/>
            <pc:sldMk cId="631930741" sldId="259"/>
            <ac:spMk id="10" creationId="{D4771268-CB57-404A-9271-370EB28F6090}"/>
          </ac:spMkLst>
        </pc:spChg>
        <pc:picChg chg="add mod">
          <ac:chgData name="Alex Sahatjian" userId="a4aed0256185d11b" providerId="LiveId" clId="{67EF22CE-FD57-47E5-84FA-5A701A8AC015}" dt="2025-05-02T17:43:06.286" v="230" actId="26606"/>
          <ac:picMkLst>
            <pc:docMk/>
            <pc:sldMk cId="631930741" sldId="259"/>
            <ac:picMk id="5" creationId="{1179B749-B34C-7F76-0B34-462FA1C04EE9}"/>
          </ac:picMkLst>
        </pc:picChg>
      </pc:sldChg>
      <pc:sldChg chg="addSp delSp modSp new mod">
        <pc:chgData name="Alex Sahatjian" userId="a4aed0256185d11b" providerId="LiveId" clId="{67EF22CE-FD57-47E5-84FA-5A701A8AC015}" dt="2025-05-02T17:47:45.814" v="367" actId="1076"/>
        <pc:sldMkLst>
          <pc:docMk/>
          <pc:sldMk cId="3557103951" sldId="260"/>
        </pc:sldMkLst>
        <pc:spChg chg="mod">
          <ac:chgData name="Alex Sahatjian" userId="a4aed0256185d11b" providerId="LiveId" clId="{67EF22CE-FD57-47E5-84FA-5A701A8AC015}" dt="2025-05-02T17:45:43.949" v="314" actId="6549"/>
          <ac:spMkLst>
            <pc:docMk/>
            <pc:sldMk cId="3557103951" sldId="260"/>
            <ac:spMk id="2" creationId="{54C49D7B-F071-607E-ECE6-E21D8FA79235}"/>
          </ac:spMkLst>
        </pc:spChg>
        <pc:spChg chg="del">
          <ac:chgData name="Alex Sahatjian" userId="a4aed0256185d11b" providerId="LiveId" clId="{67EF22CE-FD57-47E5-84FA-5A701A8AC015}" dt="2025-05-02T17:43:41.174" v="264" actId="931"/>
          <ac:spMkLst>
            <pc:docMk/>
            <pc:sldMk cId="3557103951" sldId="260"/>
            <ac:spMk id="3" creationId="{B9347F1E-88AA-CB68-E2A4-3AB89AD88F77}"/>
          </ac:spMkLst>
        </pc:spChg>
        <pc:spChg chg="add del mod">
          <ac:chgData name="Alex Sahatjian" userId="a4aed0256185d11b" providerId="LiveId" clId="{67EF22CE-FD57-47E5-84FA-5A701A8AC015}" dt="2025-05-02T17:45:49.640" v="316" actId="478"/>
          <ac:spMkLst>
            <pc:docMk/>
            <pc:sldMk cId="3557103951" sldId="260"/>
            <ac:spMk id="17" creationId="{30E113EF-9013-D46F-4F91-C26BB47B01EF}"/>
          </ac:spMkLst>
        </pc:spChg>
        <pc:picChg chg="add del mod">
          <ac:chgData name="Alex Sahatjian" userId="a4aed0256185d11b" providerId="LiveId" clId="{67EF22CE-FD57-47E5-84FA-5A701A8AC015}" dt="2025-05-02T17:45:44.701" v="315" actId="478"/>
          <ac:picMkLst>
            <pc:docMk/>
            <pc:sldMk cId="3557103951" sldId="260"/>
            <ac:picMk id="5" creationId="{A91A93B9-85B4-E101-59C0-089946A75E17}"/>
          </ac:picMkLst>
        </pc:picChg>
        <pc:picChg chg="add del mod">
          <ac:chgData name="Alex Sahatjian" userId="a4aed0256185d11b" providerId="LiveId" clId="{67EF22CE-FD57-47E5-84FA-5A701A8AC015}" dt="2025-05-02T17:44:49.986" v="292" actId="478"/>
          <ac:picMkLst>
            <pc:docMk/>
            <pc:sldMk cId="3557103951" sldId="260"/>
            <ac:picMk id="7" creationId="{B4348ECE-C07A-ADC6-D261-DA619F6E9322}"/>
          </ac:picMkLst>
        </pc:picChg>
        <pc:picChg chg="add del mod">
          <ac:chgData name="Alex Sahatjian" userId="a4aed0256185d11b" providerId="LiveId" clId="{67EF22CE-FD57-47E5-84FA-5A701A8AC015}" dt="2025-05-02T17:44:49.404" v="291" actId="478"/>
          <ac:picMkLst>
            <pc:docMk/>
            <pc:sldMk cId="3557103951" sldId="260"/>
            <ac:picMk id="9" creationId="{0B4C4C70-4078-BB36-D4FB-11A57ADADF49}"/>
          </ac:picMkLst>
        </pc:picChg>
        <pc:picChg chg="add mod">
          <ac:chgData name="Alex Sahatjian" userId="a4aed0256185d11b" providerId="LiveId" clId="{67EF22CE-FD57-47E5-84FA-5A701A8AC015}" dt="2025-05-02T17:47:45.814" v="367" actId="1076"/>
          <ac:picMkLst>
            <pc:docMk/>
            <pc:sldMk cId="3557103951" sldId="260"/>
            <ac:picMk id="11" creationId="{DD43A7F0-8699-449C-AF41-C8AF52A13DEE}"/>
          </ac:picMkLst>
        </pc:picChg>
        <pc:picChg chg="add mod">
          <ac:chgData name="Alex Sahatjian" userId="a4aed0256185d11b" providerId="LiveId" clId="{67EF22CE-FD57-47E5-84FA-5A701A8AC015}" dt="2025-05-02T17:47:42.979" v="366" actId="1076"/>
          <ac:picMkLst>
            <pc:docMk/>
            <pc:sldMk cId="3557103951" sldId="260"/>
            <ac:picMk id="13" creationId="{BFA38789-742C-39F7-7C1E-196B7705214B}"/>
          </ac:picMkLst>
        </pc:picChg>
        <pc:picChg chg="add del mod">
          <ac:chgData name="Alex Sahatjian" userId="a4aed0256185d11b" providerId="LiveId" clId="{67EF22CE-FD57-47E5-84FA-5A701A8AC015}" dt="2025-05-02T17:44:48.885" v="290" actId="478"/>
          <ac:picMkLst>
            <pc:docMk/>
            <pc:sldMk cId="3557103951" sldId="260"/>
            <ac:picMk id="15" creationId="{5E1BDB35-B432-E573-C9FF-59287A24C269}"/>
          </ac:picMkLst>
        </pc:picChg>
      </pc:sldChg>
      <pc:sldChg chg="delSp add del setBg delDesignElem">
        <pc:chgData name="Alex Sahatjian" userId="a4aed0256185d11b" providerId="LiveId" clId="{67EF22CE-FD57-47E5-84FA-5A701A8AC015}" dt="2025-05-02T17:46:15.294" v="325" actId="47"/>
        <pc:sldMkLst>
          <pc:docMk/>
          <pc:sldMk cId="1364251966" sldId="261"/>
        </pc:sldMkLst>
        <pc:spChg chg="del">
          <ac:chgData name="Alex Sahatjian" userId="a4aed0256185d11b" providerId="LiveId" clId="{67EF22CE-FD57-47E5-84FA-5A701A8AC015}" dt="2025-05-02T17:46:10.490" v="324"/>
          <ac:spMkLst>
            <pc:docMk/>
            <pc:sldMk cId="1364251966" sldId="261"/>
            <ac:spMk id="10" creationId="{0A1C0278-92CD-22AD-C01A-0E8ABE095227}"/>
          </ac:spMkLst>
        </pc:spChg>
      </pc:sldChg>
      <pc:sldChg chg="modSp new mod">
        <pc:chgData name="Alex Sahatjian" userId="a4aed0256185d11b" providerId="LiveId" clId="{67EF22CE-FD57-47E5-84FA-5A701A8AC015}" dt="2025-05-02T17:46:42.712" v="330"/>
        <pc:sldMkLst>
          <pc:docMk/>
          <pc:sldMk cId="4235820477" sldId="261"/>
        </pc:sldMkLst>
        <pc:spChg chg="mod">
          <ac:chgData name="Alex Sahatjian" userId="a4aed0256185d11b" providerId="LiveId" clId="{67EF22CE-FD57-47E5-84FA-5A701A8AC015}" dt="2025-05-02T17:46:38.530" v="328"/>
          <ac:spMkLst>
            <pc:docMk/>
            <pc:sldMk cId="4235820477" sldId="261"/>
            <ac:spMk id="2" creationId="{B3F5A774-E4D6-95DF-2717-78573F3712E5}"/>
          </ac:spMkLst>
        </pc:spChg>
        <pc:spChg chg="mod">
          <ac:chgData name="Alex Sahatjian" userId="a4aed0256185d11b" providerId="LiveId" clId="{67EF22CE-FD57-47E5-84FA-5A701A8AC015}" dt="2025-05-02T17:46:42.712" v="330"/>
          <ac:spMkLst>
            <pc:docMk/>
            <pc:sldMk cId="4235820477" sldId="261"/>
            <ac:spMk id="3" creationId="{75AA1B31-56C2-3586-5923-342591930DC7}"/>
          </ac:spMkLst>
        </pc:spChg>
      </pc:sldChg>
      <pc:sldChg chg="add del">
        <pc:chgData name="Alex Sahatjian" userId="a4aed0256185d11b" providerId="LiveId" clId="{67EF22CE-FD57-47E5-84FA-5A701A8AC015}" dt="2025-05-02T17:47:02.760" v="344" actId="47"/>
        <pc:sldMkLst>
          <pc:docMk/>
          <pc:sldMk cId="2185196669" sldId="262"/>
        </pc:sldMkLst>
      </pc:sldChg>
      <pc:sldChg chg="addSp delSp modSp new mod">
        <pc:chgData name="Alex Sahatjian" userId="a4aed0256185d11b" providerId="LiveId" clId="{67EF22CE-FD57-47E5-84FA-5A701A8AC015}" dt="2025-05-02T17:46:58.820" v="342" actId="20577"/>
        <pc:sldMkLst>
          <pc:docMk/>
          <pc:sldMk cId="2386414681" sldId="263"/>
        </pc:sldMkLst>
        <pc:spChg chg="mod">
          <ac:chgData name="Alex Sahatjian" userId="a4aed0256185d11b" providerId="LiveId" clId="{67EF22CE-FD57-47E5-84FA-5A701A8AC015}" dt="2025-05-02T17:46:58.820" v="342" actId="20577"/>
          <ac:spMkLst>
            <pc:docMk/>
            <pc:sldMk cId="2386414681" sldId="263"/>
            <ac:spMk id="2" creationId="{F74AF478-3A77-58F2-647E-B39081BEC088}"/>
          </ac:spMkLst>
        </pc:spChg>
        <pc:spChg chg="del">
          <ac:chgData name="Alex Sahatjian" userId="a4aed0256185d11b" providerId="LiveId" clId="{67EF22CE-FD57-47E5-84FA-5A701A8AC015}" dt="2025-05-02T17:46:56.628" v="334"/>
          <ac:spMkLst>
            <pc:docMk/>
            <pc:sldMk cId="2386414681" sldId="263"/>
            <ac:spMk id="3" creationId="{9D206135-1E29-C210-FF17-4FA07CD2CEDE}"/>
          </ac:spMkLst>
        </pc:spChg>
        <pc:picChg chg="add mod">
          <ac:chgData name="Alex Sahatjian" userId="a4aed0256185d11b" providerId="LiveId" clId="{67EF22CE-FD57-47E5-84FA-5A701A8AC015}" dt="2025-05-02T17:46:56.628" v="334"/>
          <ac:picMkLst>
            <pc:docMk/>
            <pc:sldMk cId="2386414681" sldId="263"/>
            <ac:picMk id="4" creationId="{C416EB83-6310-5993-421D-F5AA5401C1F3}"/>
          </ac:picMkLst>
        </pc:picChg>
      </pc:sldChg>
      <pc:sldChg chg="addSp delSp modSp add mod">
        <pc:chgData name="Alex Sahatjian" userId="a4aed0256185d11b" providerId="LiveId" clId="{67EF22CE-FD57-47E5-84FA-5A701A8AC015}" dt="2025-05-02T17:47:30.673" v="361" actId="1076"/>
        <pc:sldMkLst>
          <pc:docMk/>
          <pc:sldMk cId="1963943023" sldId="264"/>
        </pc:sldMkLst>
        <pc:spChg chg="mod">
          <ac:chgData name="Alex Sahatjian" userId="a4aed0256185d11b" providerId="LiveId" clId="{67EF22CE-FD57-47E5-84FA-5A701A8AC015}" dt="2025-05-02T17:47:14.230" v="353" actId="20577"/>
          <ac:spMkLst>
            <pc:docMk/>
            <pc:sldMk cId="1963943023" sldId="264"/>
            <ac:spMk id="2" creationId="{DC9915B1-9EBD-45D8-3447-9861BB9E416D}"/>
          </ac:spMkLst>
        </pc:spChg>
        <pc:spChg chg="add del mod">
          <ac:chgData name="Alex Sahatjian" userId="a4aed0256185d11b" providerId="LiveId" clId="{67EF22CE-FD57-47E5-84FA-5A701A8AC015}" dt="2025-05-02T17:47:24.991" v="358" actId="478"/>
          <ac:spMkLst>
            <pc:docMk/>
            <pc:sldMk cId="1963943023" sldId="264"/>
            <ac:spMk id="6" creationId="{2CE875D0-0CA3-4319-9CCC-178521E37D0F}"/>
          </ac:spMkLst>
        </pc:spChg>
        <pc:picChg chg="add mod">
          <ac:chgData name="Alex Sahatjian" userId="a4aed0256185d11b" providerId="LiveId" clId="{67EF22CE-FD57-47E5-84FA-5A701A8AC015}" dt="2025-05-02T17:47:30.673" v="361" actId="1076"/>
          <ac:picMkLst>
            <pc:docMk/>
            <pc:sldMk cId="1963943023" sldId="264"/>
            <ac:picMk id="3" creationId="{B56A35E0-2E6F-9154-6691-5D15B27B54C9}"/>
          </ac:picMkLst>
        </pc:picChg>
        <pc:picChg chg="del">
          <ac:chgData name="Alex Sahatjian" userId="a4aed0256185d11b" providerId="LiveId" clId="{67EF22CE-FD57-47E5-84FA-5A701A8AC015}" dt="2025-05-02T17:47:17.807" v="355" actId="478"/>
          <ac:picMkLst>
            <pc:docMk/>
            <pc:sldMk cId="1963943023" sldId="264"/>
            <ac:picMk id="4" creationId="{7969808F-5C8F-335A-011B-098FA2042C4C}"/>
          </ac:picMkLst>
        </pc:picChg>
      </pc:sldChg>
      <pc:sldChg chg="addSp delSp modSp new mod">
        <pc:chgData name="Alex Sahatjian" userId="a4aed0256185d11b" providerId="LiveId" clId="{67EF22CE-FD57-47E5-84FA-5A701A8AC015}" dt="2025-05-02T17:49:06.218" v="389" actId="14100"/>
        <pc:sldMkLst>
          <pc:docMk/>
          <pc:sldMk cId="3854483673" sldId="265"/>
        </pc:sldMkLst>
        <pc:spChg chg="mod">
          <ac:chgData name="Alex Sahatjian" userId="a4aed0256185d11b" providerId="LiveId" clId="{67EF22CE-FD57-47E5-84FA-5A701A8AC015}" dt="2025-05-02T17:48:03.101" v="387" actId="20577"/>
          <ac:spMkLst>
            <pc:docMk/>
            <pc:sldMk cId="3854483673" sldId="265"/>
            <ac:spMk id="2" creationId="{6A02B22A-50B0-F0BB-8111-52FB6D8FDA74}"/>
          </ac:spMkLst>
        </pc:spChg>
        <pc:spChg chg="del">
          <ac:chgData name="Alex Sahatjian" userId="a4aed0256185d11b" providerId="LiveId" clId="{67EF22CE-FD57-47E5-84FA-5A701A8AC015}" dt="2025-05-02T17:49:00.508" v="388" actId="931"/>
          <ac:spMkLst>
            <pc:docMk/>
            <pc:sldMk cId="3854483673" sldId="265"/>
            <ac:spMk id="3" creationId="{A709C513-82CD-AFCD-7949-6A7F3397B962}"/>
          </ac:spMkLst>
        </pc:spChg>
        <pc:picChg chg="add mod">
          <ac:chgData name="Alex Sahatjian" userId="a4aed0256185d11b" providerId="LiveId" clId="{67EF22CE-FD57-47E5-84FA-5A701A8AC015}" dt="2025-05-02T17:49:06.218" v="389" actId="14100"/>
          <ac:picMkLst>
            <pc:docMk/>
            <pc:sldMk cId="3854483673" sldId="265"/>
            <ac:picMk id="5" creationId="{90D794A5-8FA1-BC9F-361E-3413B2B20AA0}"/>
          </ac:picMkLst>
        </pc:picChg>
      </pc:sldChg>
      <pc:sldChg chg="addSp delSp modSp new mod">
        <pc:chgData name="Alex Sahatjian" userId="a4aed0256185d11b" providerId="LiveId" clId="{67EF22CE-FD57-47E5-84FA-5A701A8AC015}" dt="2025-05-02T17:49:49.428" v="403" actId="20577"/>
        <pc:sldMkLst>
          <pc:docMk/>
          <pc:sldMk cId="2858304663" sldId="266"/>
        </pc:sldMkLst>
        <pc:spChg chg="mod">
          <ac:chgData name="Alex Sahatjian" userId="a4aed0256185d11b" providerId="LiveId" clId="{67EF22CE-FD57-47E5-84FA-5A701A8AC015}" dt="2025-05-02T17:49:49.428" v="403" actId="20577"/>
          <ac:spMkLst>
            <pc:docMk/>
            <pc:sldMk cId="2858304663" sldId="266"/>
            <ac:spMk id="2" creationId="{B9007631-41DC-802E-AA62-3648B98A8689}"/>
          </ac:spMkLst>
        </pc:spChg>
        <pc:spChg chg="del">
          <ac:chgData name="Alex Sahatjian" userId="a4aed0256185d11b" providerId="LiveId" clId="{67EF22CE-FD57-47E5-84FA-5A701A8AC015}" dt="2025-05-02T17:49:43.975" v="392" actId="931"/>
          <ac:spMkLst>
            <pc:docMk/>
            <pc:sldMk cId="2858304663" sldId="266"/>
            <ac:spMk id="3" creationId="{969A23AA-DE31-168C-459E-9DF09735A8A6}"/>
          </ac:spMkLst>
        </pc:spChg>
        <pc:picChg chg="add mod">
          <ac:chgData name="Alex Sahatjian" userId="a4aed0256185d11b" providerId="LiveId" clId="{67EF22CE-FD57-47E5-84FA-5A701A8AC015}" dt="2025-05-02T17:49:44.862" v="394" actId="962"/>
          <ac:picMkLst>
            <pc:docMk/>
            <pc:sldMk cId="2858304663" sldId="266"/>
            <ac:picMk id="5" creationId="{305C0866-7B47-A2DA-8EFF-99E4369AA79E}"/>
          </ac:picMkLst>
        </pc:picChg>
      </pc:sldChg>
      <pc:sldChg chg="modSp new mod">
        <pc:chgData name="Alex Sahatjian" userId="a4aed0256185d11b" providerId="LiveId" clId="{67EF22CE-FD57-47E5-84FA-5A701A8AC015}" dt="2025-05-02T17:53:32.789" v="605" actId="313"/>
        <pc:sldMkLst>
          <pc:docMk/>
          <pc:sldMk cId="113793516" sldId="267"/>
        </pc:sldMkLst>
        <pc:spChg chg="mod">
          <ac:chgData name="Alex Sahatjian" userId="a4aed0256185d11b" providerId="LiveId" clId="{67EF22CE-FD57-47E5-84FA-5A701A8AC015}" dt="2025-05-02T17:52:09.347" v="520" actId="20577"/>
          <ac:spMkLst>
            <pc:docMk/>
            <pc:sldMk cId="113793516" sldId="267"/>
            <ac:spMk id="2" creationId="{B1029692-87D6-482D-77CF-FC28E941C1C3}"/>
          </ac:spMkLst>
        </pc:spChg>
        <pc:spChg chg="mod">
          <ac:chgData name="Alex Sahatjian" userId="a4aed0256185d11b" providerId="LiveId" clId="{67EF22CE-FD57-47E5-84FA-5A701A8AC015}" dt="2025-05-02T17:53:32.789" v="605" actId="313"/>
          <ac:spMkLst>
            <pc:docMk/>
            <pc:sldMk cId="113793516" sldId="267"/>
            <ac:spMk id="3" creationId="{FFA54702-2876-DF81-F6ED-AAE331124362}"/>
          </ac:spMkLst>
        </pc:spChg>
      </pc:sldChg>
      <pc:sldChg chg="addSp delSp modSp new mod">
        <pc:chgData name="Alex Sahatjian" userId="a4aed0256185d11b" providerId="LiveId" clId="{67EF22CE-FD57-47E5-84FA-5A701A8AC015}" dt="2025-05-02T17:50:05.278" v="412" actId="962"/>
        <pc:sldMkLst>
          <pc:docMk/>
          <pc:sldMk cId="1197679469" sldId="268"/>
        </pc:sldMkLst>
        <pc:spChg chg="mod">
          <ac:chgData name="Alex Sahatjian" userId="a4aed0256185d11b" providerId="LiveId" clId="{67EF22CE-FD57-47E5-84FA-5A701A8AC015}" dt="2025-05-02T17:49:57.203" v="409" actId="20577"/>
          <ac:spMkLst>
            <pc:docMk/>
            <pc:sldMk cId="1197679469" sldId="268"/>
            <ac:spMk id="2" creationId="{5DF1CFF4-DC47-0E01-C140-ABB2E93547CF}"/>
          </ac:spMkLst>
        </pc:spChg>
        <pc:spChg chg="del">
          <ac:chgData name="Alex Sahatjian" userId="a4aed0256185d11b" providerId="LiveId" clId="{67EF22CE-FD57-47E5-84FA-5A701A8AC015}" dt="2025-05-02T17:50:04.373" v="410" actId="931"/>
          <ac:spMkLst>
            <pc:docMk/>
            <pc:sldMk cId="1197679469" sldId="268"/>
            <ac:spMk id="3" creationId="{FDC53842-B7EB-E1B9-F0B2-F74A45525823}"/>
          </ac:spMkLst>
        </pc:spChg>
        <pc:picChg chg="add mod">
          <ac:chgData name="Alex Sahatjian" userId="a4aed0256185d11b" providerId="LiveId" clId="{67EF22CE-FD57-47E5-84FA-5A701A8AC015}" dt="2025-05-02T17:50:05.278" v="412" actId="962"/>
          <ac:picMkLst>
            <pc:docMk/>
            <pc:sldMk cId="1197679469" sldId="268"/>
            <ac:picMk id="5" creationId="{4E5098C0-93CB-5960-4C7D-2A562EFFE68C}"/>
          </ac:picMkLst>
        </pc:picChg>
      </pc:sldChg>
      <pc:sldChg chg="addSp delSp modSp new mod">
        <pc:chgData name="Alex Sahatjian" userId="a4aed0256185d11b" providerId="LiveId" clId="{67EF22CE-FD57-47E5-84FA-5A701A8AC015}" dt="2025-05-02T17:51:21.718" v="469" actId="962"/>
        <pc:sldMkLst>
          <pc:docMk/>
          <pc:sldMk cId="400550778" sldId="269"/>
        </pc:sldMkLst>
        <pc:spChg chg="mod">
          <ac:chgData name="Alex Sahatjian" userId="a4aed0256185d11b" providerId="LiveId" clId="{67EF22CE-FD57-47E5-84FA-5A701A8AC015}" dt="2025-05-02T17:51:09.088" v="466" actId="20577"/>
          <ac:spMkLst>
            <pc:docMk/>
            <pc:sldMk cId="400550778" sldId="269"/>
            <ac:spMk id="2" creationId="{C0E8C8B7-4841-755A-1F66-C6FA94F82AE4}"/>
          </ac:spMkLst>
        </pc:spChg>
        <pc:spChg chg="del">
          <ac:chgData name="Alex Sahatjian" userId="a4aed0256185d11b" providerId="LiveId" clId="{67EF22CE-FD57-47E5-84FA-5A701A8AC015}" dt="2025-05-02T17:51:20.850" v="467" actId="931"/>
          <ac:spMkLst>
            <pc:docMk/>
            <pc:sldMk cId="400550778" sldId="269"/>
            <ac:spMk id="3" creationId="{8ACDADAA-0B4D-1BA4-C467-8AC748B8F9A3}"/>
          </ac:spMkLst>
        </pc:spChg>
        <pc:picChg chg="add mod">
          <ac:chgData name="Alex Sahatjian" userId="a4aed0256185d11b" providerId="LiveId" clId="{67EF22CE-FD57-47E5-84FA-5A701A8AC015}" dt="2025-05-02T17:51:21.718" v="469" actId="962"/>
          <ac:picMkLst>
            <pc:docMk/>
            <pc:sldMk cId="400550778" sldId="269"/>
            <ac:picMk id="5" creationId="{8E22037F-DB4D-9E5E-CD1B-D8380AD7B41D}"/>
          </ac:picMkLst>
        </pc:picChg>
      </pc:sldChg>
      <pc:sldChg chg="modSp new del mod">
        <pc:chgData name="Alex Sahatjian" userId="a4aed0256185d11b" providerId="LiveId" clId="{67EF22CE-FD57-47E5-84FA-5A701A8AC015}" dt="2025-05-02T17:52:41.554" v="571" actId="47"/>
        <pc:sldMkLst>
          <pc:docMk/>
          <pc:sldMk cId="2327283486" sldId="270"/>
        </pc:sldMkLst>
        <pc:spChg chg="mod">
          <ac:chgData name="Alex Sahatjian" userId="a4aed0256185d11b" providerId="LiveId" clId="{67EF22CE-FD57-47E5-84FA-5A701A8AC015}" dt="2025-05-02T17:52:38.469" v="570" actId="20577"/>
          <ac:spMkLst>
            <pc:docMk/>
            <pc:sldMk cId="2327283486" sldId="270"/>
            <ac:spMk id="2" creationId="{2E23A0FA-5BDE-E03B-3DFE-A4A7CF5B733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23D27-C3A5-8274-5C84-4DD96E21BD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2C14BC4-5706-B96A-47D5-FE262AB34DA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85F165-149A-F279-B0A4-E0D251890868}"/>
              </a:ext>
            </a:extLst>
          </p:cNvPr>
          <p:cNvSpPr>
            <a:spLocks noGrp="1"/>
          </p:cNvSpPr>
          <p:nvPr>
            <p:ph type="dt" sz="half" idx="10"/>
          </p:nvPr>
        </p:nvSpPr>
        <p:spPr/>
        <p:txBody>
          <a:bodyPr/>
          <a:lstStyle/>
          <a:p>
            <a:fld id="{14832D11-3299-492C-A1D7-7AEFB3E6BBD9}" type="datetimeFigureOut">
              <a:rPr lang="en-US" smtClean="0"/>
              <a:t>5/2/2025</a:t>
            </a:fld>
            <a:endParaRPr lang="en-US"/>
          </a:p>
        </p:txBody>
      </p:sp>
      <p:sp>
        <p:nvSpPr>
          <p:cNvPr id="5" name="Footer Placeholder 4">
            <a:extLst>
              <a:ext uri="{FF2B5EF4-FFF2-40B4-BE49-F238E27FC236}">
                <a16:creationId xmlns:a16="http://schemas.microsoft.com/office/drawing/2014/main" id="{F40B2F52-DA85-E9CA-BD83-2349EFC5A7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DD2D69-8C48-8C1F-CF57-7C9DEB6F50FB}"/>
              </a:ext>
            </a:extLst>
          </p:cNvPr>
          <p:cNvSpPr>
            <a:spLocks noGrp="1"/>
          </p:cNvSpPr>
          <p:nvPr>
            <p:ph type="sldNum" sz="quarter" idx="12"/>
          </p:nvPr>
        </p:nvSpPr>
        <p:spPr/>
        <p:txBody>
          <a:bodyPr/>
          <a:lstStyle/>
          <a:p>
            <a:fld id="{DCB1ED8E-313A-4EEE-8D80-6D286B2870EB}" type="slidenum">
              <a:rPr lang="en-US" smtClean="0"/>
              <a:t>‹#›</a:t>
            </a:fld>
            <a:endParaRPr lang="en-US"/>
          </a:p>
        </p:txBody>
      </p:sp>
    </p:spTree>
    <p:extLst>
      <p:ext uri="{BB962C8B-B14F-4D97-AF65-F5344CB8AC3E}">
        <p14:creationId xmlns:p14="http://schemas.microsoft.com/office/powerpoint/2010/main" val="1926593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DB574-7CFE-80EF-3EFE-405A801FD2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C7369E-92AF-A5AF-20D6-CB51FC47CF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0BB424-733E-E6D4-339C-E0DA1B200ECD}"/>
              </a:ext>
            </a:extLst>
          </p:cNvPr>
          <p:cNvSpPr>
            <a:spLocks noGrp="1"/>
          </p:cNvSpPr>
          <p:nvPr>
            <p:ph type="dt" sz="half" idx="10"/>
          </p:nvPr>
        </p:nvSpPr>
        <p:spPr/>
        <p:txBody>
          <a:bodyPr/>
          <a:lstStyle/>
          <a:p>
            <a:fld id="{14832D11-3299-492C-A1D7-7AEFB3E6BBD9}" type="datetimeFigureOut">
              <a:rPr lang="en-US" smtClean="0"/>
              <a:t>5/2/2025</a:t>
            </a:fld>
            <a:endParaRPr lang="en-US"/>
          </a:p>
        </p:txBody>
      </p:sp>
      <p:sp>
        <p:nvSpPr>
          <p:cNvPr id="5" name="Footer Placeholder 4">
            <a:extLst>
              <a:ext uri="{FF2B5EF4-FFF2-40B4-BE49-F238E27FC236}">
                <a16:creationId xmlns:a16="http://schemas.microsoft.com/office/drawing/2014/main" id="{A213D6F0-E0FC-FE97-9A04-D5E043F77A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B7BDEA-C0DC-AFFE-370E-59EA734CFAE2}"/>
              </a:ext>
            </a:extLst>
          </p:cNvPr>
          <p:cNvSpPr>
            <a:spLocks noGrp="1"/>
          </p:cNvSpPr>
          <p:nvPr>
            <p:ph type="sldNum" sz="quarter" idx="12"/>
          </p:nvPr>
        </p:nvSpPr>
        <p:spPr/>
        <p:txBody>
          <a:bodyPr/>
          <a:lstStyle/>
          <a:p>
            <a:fld id="{DCB1ED8E-313A-4EEE-8D80-6D286B2870EB}" type="slidenum">
              <a:rPr lang="en-US" smtClean="0"/>
              <a:t>‹#›</a:t>
            </a:fld>
            <a:endParaRPr lang="en-US"/>
          </a:p>
        </p:txBody>
      </p:sp>
    </p:spTree>
    <p:extLst>
      <p:ext uri="{BB962C8B-B14F-4D97-AF65-F5344CB8AC3E}">
        <p14:creationId xmlns:p14="http://schemas.microsoft.com/office/powerpoint/2010/main" val="3943068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18DCD-B7F4-2C55-3993-BD53EC1CC4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1B66CF-6588-9E61-FA89-2E48A86E29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B932ED-E789-71B2-768B-50A820769A65}"/>
              </a:ext>
            </a:extLst>
          </p:cNvPr>
          <p:cNvSpPr>
            <a:spLocks noGrp="1"/>
          </p:cNvSpPr>
          <p:nvPr>
            <p:ph type="dt" sz="half" idx="10"/>
          </p:nvPr>
        </p:nvSpPr>
        <p:spPr/>
        <p:txBody>
          <a:bodyPr/>
          <a:lstStyle/>
          <a:p>
            <a:fld id="{14832D11-3299-492C-A1D7-7AEFB3E6BBD9}" type="datetimeFigureOut">
              <a:rPr lang="en-US" smtClean="0"/>
              <a:t>5/2/2025</a:t>
            </a:fld>
            <a:endParaRPr lang="en-US"/>
          </a:p>
        </p:txBody>
      </p:sp>
      <p:sp>
        <p:nvSpPr>
          <p:cNvPr id="5" name="Footer Placeholder 4">
            <a:extLst>
              <a:ext uri="{FF2B5EF4-FFF2-40B4-BE49-F238E27FC236}">
                <a16:creationId xmlns:a16="http://schemas.microsoft.com/office/drawing/2014/main" id="{E0FE8BE5-8B0D-FF1C-1C5D-4DEB4D983A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46ECA3-0CA2-1DF6-E93E-1A4EED9A8CB7}"/>
              </a:ext>
            </a:extLst>
          </p:cNvPr>
          <p:cNvSpPr>
            <a:spLocks noGrp="1"/>
          </p:cNvSpPr>
          <p:nvPr>
            <p:ph type="sldNum" sz="quarter" idx="12"/>
          </p:nvPr>
        </p:nvSpPr>
        <p:spPr/>
        <p:txBody>
          <a:bodyPr/>
          <a:lstStyle/>
          <a:p>
            <a:fld id="{DCB1ED8E-313A-4EEE-8D80-6D286B2870EB}" type="slidenum">
              <a:rPr lang="en-US" smtClean="0"/>
              <a:t>‹#›</a:t>
            </a:fld>
            <a:endParaRPr lang="en-US"/>
          </a:p>
        </p:txBody>
      </p:sp>
    </p:spTree>
    <p:extLst>
      <p:ext uri="{BB962C8B-B14F-4D97-AF65-F5344CB8AC3E}">
        <p14:creationId xmlns:p14="http://schemas.microsoft.com/office/powerpoint/2010/main" val="3716859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74304-E537-8A20-6B19-9BD231A505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44D772-40A2-1550-07EF-85E86AC6A3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10CF0D-7120-F8A2-6A65-8B1B7661E4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9FD716-993F-F2DC-4CA1-29DB1F7FDAD4}"/>
              </a:ext>
            </a:extLst>
          </p:cNvPr>
          <p:cNvSpPr>
            <a:spLocks noGrp="1"/>
          </p:cNvSpPr>
          <p:nvPr>
            <p:ph type="dt" sz="half" idx="10"/>
          </p:nvPr>
        </p:nvSpPr>
        <p:spPr/>
        <p:txBody>
          <a:bodyPr/>
          <a:lstStyle/>
          <a:p>
            <a:fld id="{14832D11-3299-492C-A1D7-7AEFB3E6BBD9}" type="datetimeFigureOut">
              <a:rPr lang="en-US" smtClean="0"/>
              <a:t>5/2/2025</a:t>
            </a:fld>
            <a:endParaRPr lang="en-US"/>
          </a:p>
        </p:txBody>
      </p:sp>
      <p:sp>
        <p:nvSpPr>
          <p:cNvPr id="6" name="Footer Placeholder 5">
            <a:extLst>
              <a:ext uri="{FF2B5EF4-FFF2-40B4-BE49-F238E27FC236}">
                <a16:creationId xmlns:a16="http://schemas.microsoft.com/office/drawing/2014/main" id="{E2C1C17D-B27F-E40C-5284-15D00C917D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7A182E-4DBC-0B13-A5E6-70A8ADF65A37}"/>
              </a:ext>
            </a:extLst>
          </p:cNvPr>
          <p:cNvSpPr>
            <a:spLocks noGrp="1"/>
          </p:cNvSpPr>
          <p:nvPr>
            <p:ph type="sldNum" sz="quarter" idx="12"/>
          </p:nvPr>
        </p:nvSpPr>
        <p:spPr/>
        <p:txBody>
          <a:bodyPr/>
          <a:lstStyle/>
          <a:p>
            <a:fld id="{DCB1ED8E-313A-4EEE-8D80-6D286B2870EB}" type="slidenum">
              <a:rPr lang="en-US" smtClean="0"/>
              <a:t>‹#›</a:t>
            </a:fld>
            <a:endParaRPr lang="en-US"/>
          </a:p>
        </p:txBody>
      </p:sp>
    </p:spTree>
    <p:extLst>
      <p:ext uri="{BB962C8B-B14F-4D97-AF65-F5344CB8AC3E}">
        <p14:creationId xmlns:p14="http://schemas.microsoft.com/office/powerpoint/2010/main" val="4234269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01C79-A86D-001A-0737-11EFED73FF6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0294D97-4EF2-2783-87C1-F1AE6AB185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99E2E9-1031-6386-DB13-FA2084B8BE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BD5284-81D4-9CEE-2C03-776EAD7EF2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125E30-1643-E793-2282-D2CDE32BFFC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550653-EF2C-EBC1-49A1-E8F79E8B48AC}"/>
              </a:ext>
            </a:extLst>
          </p:cNvPr>
          <p:cNvSpPr>
            <a:spLocks noGrp="1"/>
          </p:cNvSpPr>
          <p:nvPr>
            <p:ph type="dt" sz="half" idx="10"/>
          </p:nvPr>
        </p:nvSpPr>
        <p:spPr/>
        <p:txBody>
          <a:bodyPr/>
          <a:lstStyle/>
          <a:p>
            <a:fld id="{14832D11-3299-492C-A1D7-7AEFB3E6BBD9}" type="datetimeFigureOut">
              <a:rPr lang="en-US" smtClean="0"/>
              <a:t>5/2/2025</a:t>
            </a:fld>
            <a:endParaRPr lang="en-US"/>
          </a:p>
        </p:txBody>
      </p:sp>
      <p:sp>
        <p:nvSpPr>
          <p:cNvPr id="8" name="Footer Placeholder 7">
            <a:extLst>
              <a:ext uri="{FF2B5EF4-FFF2-40B4-BE49-F238E27FC236}">
                <a16:creationId xmlns:a16="http://schemas.microsoft.com/office/drawing/2014/main" id="{E5A06EDA-993C-0053-2E3E-ECB85BBF42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EBB9AF6-D922-7721-3EB3-D85AC7FA6C79}"/>
              </a:ext>
            </a:extLst>
          </p:cNvPr>
          <p:cNvSpPr>
            <a:spLocks noGrp="1"/>
          </p:cNvSpPr>
          <p:nvPr>
            <p:ph type="sldNum" sz="quarter" idx="12"/>
          </p:nvPr>
        </p:nvSpPr>
        <p:spPr/>
        <p:txBody>
          <a:bodyPr/>
          <a:lstStyle/>
          <a:p>
            <a:fld id="{DCB1ED8E-313A-4EEE-8D80-6D286B2870EB}" type="slidenum">
              <a:rPr lang="en-US" smtClean="0"/>
              <a:t>‹#›</a:t>
            </a:fld>
            <a:endParaRPr lang="en-US"/>
          </a:p>
        </p:txBody>
      </p:sp>
    </p:spTree>
    <p:extLst>
      <p:ext uri="{BB962C8B-B14F-4D97-AF65-F5344CB8AC3E}">
        <p14:creationId xmlns:p14="http://schemas.microsoft.com/office/powerpoint/2010/main" val="25170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AC514-8DC8-5496-962D-04E0371A35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20ED483-ACBF-6AE6-7D2B-7CCB9DF23B6E}"/>
              </a:ext>
            </a:extLst>
          </p:cNvPr>
          <p:cNvSpPr>
            <a:spLocks noGrp="1"/>
          </p:cNvSpPr>
          <p:nvPr>
            <p:ph type="dt" sz="half" idx="10"/>
          </p:nvPr>
        </p:nvSpPr>
        <p:spPr/>
        <p:txBody>
          <a:bodyPr/>
          <a:lstStyle/>
          <a:p>
            <a:fld id="{14832D11-3299-492C-A1D7-7AEFB3E6BBD9}" type="datetimeFigureOut">
              <a:rPr lang="en-US" smtClean="0"/>
              <a:t>5/2/2025</a:t>
            </a:fld>
            <a:endParaRPr lang="en-US"/>
          </a:p>
        </p:txBody>
      </p:sp>
      <p:sp>
        <p:nvSpPr>
          <p:cNvPr id="4" name="Footer Placeholder 3">
            <a:extLst>
              <a:ext uri="{FF2B5EF4-FFF2-40B4-BE49-F238E27FC236}">
                <a16:creationId xmlns:a16="http://schemas.microsoft.com/office/drawing/2014/main" id="{CF828EFD-AB40-EF93-C4DF-239A27B6A1C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3DAFF14-98C6-E0BE-18BC-0A018C308367}"/>
              </a:ext>
            </a:extLst>
          </p:cNvPr>
          <p:cNvSpPr>
            <a:spLocks noGrp="1"/>
          </p:cNvSpPr>
          <p:nvPr>
            <p:ph type="sldNum" sz="quarter" idx="12"/>
          </p:nvPr>
        </p:nvSpPr>
        <p:spPr/>
        <p:txBody>
          <a:bodyPr/>
          <a:lstStyle/>
          <a:p>
            <a:fld id="{DCB1ED8E-313A-4EEE-8D80-6D286B2870EB}" type="slidenum">
              <a:rPr lang="en-US" smtClean="0"/>
              <a:t>‹#›</a:t>
            </a:fld>
            <a:endParaRPr lang="en-US"/>
          </a:p>
        </p:txBody>
      </p:sp>
    </p:spTree>
    <p:extLst>
      <p:ext uri="{BB962C8B-B14F-4D97-AF65-F5344CB8AC3E}">
        <p14:creationId xmlns:p14="http://schemas.microsoft.com/office/powerpoint/2010/main" val="5813498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320955-990C-16C2-32FF-304808B8BF29}"/>
              </a:ext>
            </a:extLst>
          </p:cNvPr>
          <p:cNvSpPr>
            <a:spLocks noGrp="1"/>
          </p:cNvSpPr>
          <p:nvPr>
            <p:ph type="dt" sz="half" idx="10"/>
          </p:nvPr>
        </p:nvSpPr>
        <p:spPr/>
        <p:txBody>
          <a:bodyPr/>
          <a:lstStyle/>
          <a:p>
            <a:fld id="{14832D11-3299-492C-A1D7-7AEFB3E6BBD9}" type="datetimeFigureOut">
              <a:rPr lang="en-US" smtClean="0"/>
              <a:t>5/2/2025</a:t>
            </a:fld>
            <a:endParaRPr lang="en-US"/>
          </a:p>
        </p:txBody>
      </p:sp>
      <p:sp>
        <p:nvSpPr>
          <p:cNvPr id="3" name="Footer Placeholder 2">
            <a:extLst>
              <a:ext uri="{FF2B5EF4-FFF2-40B4-BE49-F238E27FC236}">
                <a16:creationId xmlns:a16="http://schemas.microsoft.com/office/drawing/2014/main" id="{489FF4AE-FB1C-2D16-0052-20265BDD0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14937D3-ABC8-750C-ECCF-3616915FA3A6}"/>
              </a:ext>
            </a:extLst>
          </p:cNvPr>
          <p:cNvSpPr>
            <a:spLocks noGrp="1"/>
          </p:cNvSpPr>
          <p:nvPr>
            <p:ph type="sldNum" sz="quarter" idx="12"/>
          </p:nvPr>
        </p:nvSpPr>
        <p:spPr/>
        <p:txBody>
          <a:bodyPr/>
          <a:lstStyle/>
          <a:p>
            <a:fld id="{DCB1ED8E-313A-4EEE-8D80-6D286B2870EB}" type="slidenum">
              <a:rPr lang="en-US" smtClean="0"/>
              <a:t>‹#›</a:t>
            </a:fld>
            <a:endParaRPr lang="en-US"/>
          </a:p>
        </p:txBody>
      </p:sp>
    </p:spTree>
    <p:extLst>
      <p:ext uri="{BB962C8B-B14F-4D97-AF65-F5344CB8AC3E}">
        <p14:creationId xmlns:p14="http://schemas.microsoft.com/office/powerpoint/2010/main" val="3853088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2171C-2D81-449D-C03A-A62CC619B2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944F16D-7B6D-7354-42E5-12AD0F27B4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8588FC-3C3F-425D-CB34-F5E2356206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3F0F50-A0E2-2223-46E3-2A885CC84A49}"/>
              </a:ext>
            </a:extLst>
          </p:cNvPr>
          <p:cNvSpPr>
            <a:spLocks noGrp="1"/>
          </p:cNvSpPr>
          <p:nvPr>
            <p:ph type="dt" sz="half" idx="10"/>
          </p:nvPr>
        </p:nvSpPr>
        <p:spPr/>
        <p:txBody>
          <a:bodyPr/>
          <a:lstStyle/>
          <a:p>
            <a:fld id="{14832D11-3299-492C-A1D7-7AEFB3E6BBD9}" type="datetimeFigureOut">
              <a:rPr lang="en-US" smtClean="0"/>
              <a:t>5/2/2025</a:t>
            </a:fld>
            <a:endParaRPr lang="en-US"/>
          </a:p>
        </p:txBody>
      </p:sp>
      <p:sp>
        <p:nvSpPr>
          <p:cNvPr id="6" name="Footer Placeholder 5">
            <a:extLst>
              <a:ext uri="{FF2B5EF4-FFF2-40B4-BE49-F238E27FC236}">
                <a16:creationId xmlns:a16="http://schemas.microsoft.com/office/drawing/2014/main" id="{F3573AAC-F468-7C3D-43BA-14D351C184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8ABCAD-A3E5-7E78-1D40-04663B6163DE}"/>
              </a:ext>
            </a:extLst>
          </p:cNvPr>
          <p:cNvSpPr>
            <a:spLocks noGrp="1"/>
          </p:cNvSpPr>
          <p:nvPr>
            <p:ph type="sldNum" sz="quarter" idx="12"/>
          </p:nvPr>
        </p:nvSpPr>
        <p:spPr/>
        <p:txBody>
          <a:bodyPr/>
          <a:lstStyle/>
          <a:p>
            <a:fld id="{DCB1ED8E-313A-4EEE-8D80-6D286B2870EB}" type="slidenum">
              <a:rPr lang="en-US" smtClean="0"/>
              <a:t>‹#›</a:t>
            </a:fld>
            <a:endParaRPr lang="en-US"/>
          </a:p>
        </p:txBody>
      </p:sp>
    </p:spTree>
    <p:extLst>
      <p:ext uri="{BB962C8B-B14F-4D97-AF65-F5344CB8AC3E}">
        <p14:creationId xmlns:p14="http://schemas.microsoft.com/office/powerpoint/2010/main" val="1937480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614ED-2926-C9F2-7DA4-249A2BC128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52259A-8B5A-C608-1816-24834F8BDE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D904896-848B-01B5-F540-51F3B61EF9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B25653-FDCD-AFAD-F170-5EF1C88C42C4}"/>
              </a:ext>
            </a:extLst>
          </p:cNvPr>
          <p:cNvSpPr>
            <a:spLocks noGrp="1"/>
          </p:cNvSpPr>
          <p:nvPr>
            <p:ph type="dt" sz="half" idx="10"/>
          </p:nvPr>
        </p:nvSpPr>
        <p:spPr/>
        <p:txBody>
          <a:bodyPr/>
          <a:lstStyle/>
          <a:p>
            <a:fld id="{14832D11-3299-492C-A1D7-7AEFB3E6BBD9}" type="datetimeFigureOut">
              <a:rPr lang="en-US" smtClean="0"/>
              <a:t>5/2/2025</a:t>
            </a:fld>
            <a:endParaRPr lang="en-US"/>
          </a:p>
        </p:txBody>
      </p:sp>
      <p:sp>
        <p:nvSpPr>
          <p:cNvPr id="6" name="Footer Placeholder 5">
            <a:extLst>
              <a:ext uri="{FF2B5EF4-FFF2-40B4-BE49-F238E27FC236}">
                <a16:creationId xmlns:a16="http://schemas.microsoft.com/office/drawing/2014/main" id="{B6E1A41C-C6D1-E376-1DBD-08BAE9CC3C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465CDB-215C-1970-49ED-E19F7245D017}"/>
              </a:ext>
            </a:extLst>
          </p:cNvPr>
          <p:cNvSpPr>
            <a:spLocks noGrp="1"/>
          </p:cNvSpPr>
          <p:nvPr>
            <p:ph type="sldNum" sz="quarter" idx="12"/>
          </p:nvPr>
        </p:nvSpPr>
        <p:spPr/>
        <p:txBody>
          <a:bodyPr/>
          <a:lstStyle/>
          <a:p>
            <a:fld id="{DCB1ED8E-313A-4EEE-8D80-6D286B2870EB}" type="slidenum">
              <a:rPr lang="en-US" smtClean="0"/>
              <a:t>‹#›</a:t>
            </a:fld>
            <a:endParaRPr lang="en-US"/>
          </a:p>
        </p:txBody>
      </p:sp>
    </p:spTree>
    <p:extLst>
      <p:ext uri="{BB962C8B-B14F-4D97-AF65-F5344CB8AC3E}">
        <p14:creationId xmlns:p14="http://schemas.microsoft.com/office/powerpoint/2010/main" val="372537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79F9E-7946-156E-897E-E708AF64005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2EAABBA-36B6-D1C6-B344-4361EB7BE1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E63404-90BF-3922-AE1C-B5D30FE8D75A}"/>
              </a:ext>
            </a:extLst>
          </p:cNvPr>
          <p:cNvSpPr>
            <a:spLocks noGrp="1"/>
          </p:cNvSpPr>
          <p:nvPr>
            <p:ph type="dt" sz="half" idx="10"/>
          </p:nvPr>
        </p:nvSpPr>
        <p:spPr/>
        <p:txBody>
          <a:bodyPr/>
          <a:lstStyle/>
          <a:p>
            <a:fld id="{14832D11-3299-492C-A1D7-7AEFB3E6BBD9}" type="datetimeFigureOut">
              <a:rPr lang="en-US" smtClean="0"/>
              <a:t>5/2/2025</a:t>
            </a:fld>
            <a:endParaRPr lang="en-US"/>
          </a:p>
        </p:txBody>
      </p:sp>
      <p:sp>
        <p:nvSpPr>
          <p:cNvPr id="5" name="Footer Placeholder 4">
            <a:extLst>
              <a:ext uri="{FF2B5EF4-FFF2-40B4-BE49-F238E27FC236}">
                <a16:creationId xmlns:a16="http://schemas.microsoft.com/office/drawing/2014/main" id="{8CCECF3B-64AA-0C04-C120-5A5C622259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661770-D8B5-1EAE-E82E-6EA8D9C6B653}"/>
              </a:ext>
            </a:extLst>
          </p:cNvPr>
          <p:cNvSpPr>
            <a:spLocks noGrp="1"/>
          </p:cNvSpPr>
          <p:nvPr>
            <p:ph type="sldNum" sz="quarter" idx="12"/>
          </p:nvPr>
        </p:nvSpPr>
        <p:spPr/>
        <p:txBody>
          <a:bodyPr/>
          <a:lstStyle/>
          <a:p>
            <a:fld id="{DCB1ED8E-313A-4EEE-8D80-6D286B2870EB}" type="slidenum">
              <a:rPr lang="en-US" smtClean="0"/>
              <a:t>‹#›</a:t>
            </a:fld>
            <a:endParaRPr lang="en-US"/>
          </a:p>
        </p:txBody>
      </p:sp>
    </p:spTree>
    <p:extLst>
      <p:ext uri="{BB962C8B-B14F-4D97-AF65-F5344CB8AC3E}">
        <p14:creationId xmlns:p14="http://schemas.microsoft.com/office/powerpoint/2010/main" val="3554871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7C2AB7-CCB9-599E-7F1A-FFEA1062137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F10C640-6965-D9D0-42B4-20FEBBB4CE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249D6B-F7EE-97D2-4DDF-E3722079251A}"/>
              </a:ext>
            </a:extLst>
          </p:cNvPr>
          <p:cNvSpPr>
            <a:spLocks noGrp="1"/>
          </p:cNvSpPr>
          <p:nvPr>
            <p:ph type="dt" sz="half" idx="10"/>
          </p:nvPr>
        </p:nvSpPr>
        <p:spPr/>
        <p:txBody>
          <a:bodyPr/>
          <a:lstStyle/>
          <a:p>
            <a:fld id="{14832D11-3299-492C-A1D7-7AEFB3E6BBD9}" type="datetimeFigureOut">
              <a:rPr lang="en-US" smtClean="0"/>
              <a:t>5/2/2025</a:t>
            </a:fld>
            <a:endParaRPr lang="en-US"/>
          </a:p>
        </p:txBody>
      </p:sp>
      <p:sp>
        <p:nvSpPr>
          <p:cNvPr id="5" name="Footer Placeholder 4">
            <a:extLst>
              <a:ext uri="{FF2B5EF4-FFF2-40B4-BE49-F238E27FC236}">
                <a16:creationId xmlns:a16="http://schemas.microsoft.com/office/drawing/2014/main" id="{6BFF6ECA-5367-CF40-832F-B1B99BC3C2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1E6A1E-B3FF-042D-C87D-EFB77CDA9CD3}"/>
              </a:ext>
            </a:extLst>
          </p:cNvPr>
          <p:cNvSpPr>
            <a:spLocks noGrp="1"/>
          </p:cNvSpPr>
          <p:nvPr>
            <p:ph type="sldNum" sz="quarter" idx="12"/>
          </p:nvPr>
        </p:nvSpPr>
        <p:spPr/>
        <p:txBody>
          <a:bodyPr/>
          <a:lstStyle/>
          <a:p>
            <a:fld id="{DCB1ED8E-313A-4EEE-8D80-6D286B2870EB}" type="slidenum">
              <a:rPr lang="en-US" smtClean="0"/>
              <a:t>‹#›</a:t>
            </a:fld>
            <a:endParaRPr lang="en-US"/>
          </a:p>
        </p:txBody>
      </p:sp>
    </p:spTree>
    <p:extLst>
      <p:ext uri="{BB962C8B-B14F-4D97-AF65-F5344CB8AC3E}">
        <p14:creationId xmlns:p14="http://schemas.microsoft.com/office/powerpoint/2010/main" val="568526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CB1660-C9D1-5EC1-3D4F-01479A9CD2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3DE976-E1DD-8154-5B9A-D8B2F3AF3E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23CC73-5663-EBC4-19E2-EA4D656610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832D11-3299-492C-A1D7-7AEFB3E6BBD9}" type="datetimeFigureOut">
              <a:rPr lang="en-US" smtClean="0"/>
              <a:t>5/2/2025</a:t>
            </a:fld>
            <a:endParaRPr lang="en-US"/>
          </a:p>
        </p:txBody>
      </p:sp>
      <p:sp>
        <p:nvSpPr>
          <p:cNvPr id="5" name="Footer Placeholder 4">
            <a:extLst>
              <a:ext uri="{FF2B5EF4-FFF2-40B4-BE49-F238E27FC236}">
                <a16:creationId xmlns:a16="http://schemas.microsoft.com/office/drawing/2014/main" id="{CEE308ED-3581-8E2E-2C1A-08FB6567F8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E6270F-BAD0-7BFE-3266-4FB38E7623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CB1ED8E-313A-4EEE-8D80-6D286B2870EB}" type="slidenum">
              <a:rPr lang="en-US" smtClean="0"/>
              <a:t>‹#›</a:t>
            </a:fld>
            <a:endParaRPr lang="en-US"/>
          </a:p>
        </p:txBody>
      </p:sp>
    </p:spTree>
    <p:extLst>
      <p:ext uri="{BB962C8B-B14F-4D97-AF65-F5344CB8AC3E}">
        <p14:creationId xmlns:p14="http://schemas.microsoft.com/office/powerpoint/2010/main" val="860937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B2226-D598-A100-FF2F-C831A0E0EA05}"/>
              </a:ext>
            </a:extLst>
          </p:cNvPr>
          <p:cNvSpPr>
            <a:spLocks noGrp="1"/>
          </p:cNvSpPr>
          <p:nvPr>
            <p:ph type="ctrTitle"/>
          </p:nvPr>
        </p:nvSpPr>
        <p:spPr/>
        <p:txBody>
          <a:bodyPr/>
          <a:lstStyle/>
          <a:p>
            <a:r>
              <a:rPr lang="en-US" dirty="0"/>
              <a:t>Final Presentation</a:t>
            </a:r>
          </a:p>
        </p:txBody>
      </p:sp>
      <p:sp>
        <p:nvSpPr>
          <p:cNvPr id="3" name="Subtitle 2">
            <a:extLst>
              <a:ext uri="{FF2B5EF4-FFF2-40B4-BE49-F238E27FC236}">
                <a16:creationId xmlns:a16="http://schemas.microsoft.com/office/drawing/2014/main" id="{E55B7AC2-6712-F0E6-B3B3-5FA92AD6043E}"/>
              </a:ext>
            </a:extLst>
          </p:cNvPr>
          <p:cNvSpPr>
            <a:spLocks noGrp="1"/>
          </p:cNvSpPr>
          <p:nvPr>
            <p:ph type="subTitle" idx="1"/>
          </p:nvPr>
        </p:nvSpPr>
        <p:spPr/>
        <p:txBody>
          <a:bodyPr/>
          <a:lstStyle/>
          <a:p>
            <a:r>
              <a:rPr lang="en-US" dirty="0"/>
              <a:t>Alexander Sahatjian</a:t>
            </a:r>
          </a:p>
        </p:txBody>
      </p:sp>
    </p:spTree>
    <p:extLst>
      <p:ext uri="{BB962C8B-B14F-4D97-AF65-F5344CB8AC3E}">
        <p14:creationId xmlns:p14="http://schemas.microsoft.com/office/powerpoint/2010/main" val="3681960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5A774-E4D6-95DF-2717-78573F3712E5}"/>
              </a:ext>
            </a:extLst>
          </p:cNvPr>
          <p:cNvSpPr>
            <a:spLocks noGrp="1"/>
          </p:cNvSpPr>
          <p:nvPr>
            <p:ph type="title"/>
          </p:nvPr>
        </p:nvSpPr>
        <p:spPr/>
        <p:txBody>
          <a:bodyPr/>
          <a:lstStyle/>
          <a:p>
            <a:r>
              <a:rPr lang="en-US" sz="4400" dirty="0"/>
              <a:t>Problem Statement</a:t>
            </a:r>
            <a:endParaRPr lang="en-US" dirty="0"/>
          </a:p>
        </p:txBody>
      </p:sp>
      <p:sp>
        <p:nvSpPr>
          <p:cNvPr id="3" name="Content Placeholder 2">
            <a:extLst>
              <a:ext uri="{FF2B5EF4-FFF2-40B4-BE49-F238E27FC236}">
                <a16:creationId xmlns:a16="http://schemas.microsoft.com/office/drawing/2014/main" id="{75AA1B31-56C2-3586-5923-342591930DC7}"/>
              </a:ext>
            </a:extLst>
          </p:cNvPr>
          <p:cNvSpPr>
            <a:spLocks noGrp="1"/>
          </p:cNvSpPr>
          <p:nvPr>
            <p:ph idx="1"/>
          </p:nvPr>
        </p:nvSpPr>
        <p:spPr/>
        <p:txBody>
          <a:bodyPr/>
          <a:lstStyle/>
          <a:p>
            <a:r>
              <a:rPr lang="en-US" sz="2800" dirty="0"/>
              <a:t>Currently most cities in the United States, collect data from various sensors across all the roadways. Most of the data goes unused and is confined to specific intersections or small areas within the cities. This data can be used to improve the efficiency of roadways across America, provide real time traffic conditions to first responders/drivers, and improve the planning of future roadways and public transportation routes. The challenge with smart traffic is aggregation of the various data sources and making meaningful use of all the available data.</a:t>
            </a:r>
          </a:p>
          <a:p>
            <a:endParaRPr lang="en-US" dirty="0"/>
          </a:p>
        </p:txBody>
      </p:sp>
    </p:spTree>
    <p:extLst>
      <p:ext uri="{BB962C8B-B14F-4D97-AF65-F5344CB8AC3E}">
        <p14:creationId xmlns:p14="http://schemas.microsoft.com/office/powerpoint/2010/main" val="42358204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AF478-3A77-58F2-647E-B39081BEC088}"/>
              </a:ext>
            </a:extLst>
          </p:cNvPr>
          <p:cNvSpPr>
            <a:spLocks noGrp="1"/>
          </p:cNvSpPr>
          <p:nvPr>
            <p:ph type="title"/>
          </p:nvPr>
        </p:nvSpPr>
        <p:spPr/>
        <p:txBody>
          <a:bodyPr/>
          <a:lstStyle/>
          <a:p>
            <a:r>
              <a:rPr lang="en-US" dirty="0"/>
              <a:t>Overview</a:t>
            </a:r>
          </a:p>
        </p:txBody>
      </p:sp>
      <p:pic>
        <p:nvPicPr>
          <p:cNvPr id="4" name="Content Placeholder 3">
            <a:extLst>
              <a:ext uri="{FF2B5EF4-FFF2-40B4-BE49-F238E27FC236}">
                <a16:creationId xmlns:a16="http://schemas.microsoft.com/office/drawing/2014/main" id="{C416EB83-6310-5993-421D-F5AA5401C1F3}"/>
              </a:ext>
            </a:extLst>
          </p:cNvPr>
          <p:cNvPicPr>
            <a:picLocks noGrp="1" noChangeAspect="1"/>
          </p:cNvPicPr>
          <p:nvPr>
            <p:ph idx="1"/>
          </p:nvPr>
        </p:nvPicPr>
        <p:blipFill>
          <a:blip r:embed="rId2"/>
          <a:stretch>
            <a:fillRect/>
          </a:stretch>
        </p:blipFill>
        <p:spPr>
          <a:xfrm>
            <a:off x="2409450" y="1825625"/>
            <a:ext cx="7373100" cy="4351338"/>
          </a:xfrm>
          <a:prstGeom prst="rect">
            <a:avLst/>
          </a:prstGeom>
        </p:spPr>
      </p:pic>
    </p:spTree>
    <p:extLst>
      <p:ext uri="{BB962C8B-B14F-4D97-AF65-F5344CB8AC3E}">
        <p14:creationId xmlns:p14="http://schemas.microsoft.com/office/powerpoint/2010/main" val="2386414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77183-8589-6A25-714C-FFBCE537FC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9915B1-9EBD-45D8-3447-9861BB9E416D}"/>
              </a:ext>
            </a:extLst>
          </p:cNvPr>
          <p:cNvSpPr>
            <a:spLocks noGrp="1"/>
          </p:cNvSpPr>
          <p:nvPr>
            <p:ph type="title"/>
          </p:nvPr>
        </p:nvSpPr>
        <p:spPr/>
        <p:txBody>
          <a:bodyPr/>
          <a:lstStyle/>
          <a:p>
            <a:r>
              <a:rPr lang="en-US" dirty="0"/>
              <a:t>Use Case</a:t>
            </a:r>
          </a:p>
        </p:txBody>
      </p:sp>
      <p:pic>
        <p:nvPicPr>
          <p:cNvPr id="3" name="Content Placeholder 4" descr="A diagram of a traffic diagram&#10;&#10;AI-generated content may be incorrect.">
            <a:extLst>
              <a:ext uri="{FF2B5EF4-FFF2-40B4-BE49-F238E27FC236}">
                <a16:creationId xmlns:a16="http://schemas.microsoft.com/office/drawing/2014/main" id="{B56A35E0-2E6F-9154-6691-5D15B27B54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2847" y="1690688"/>
            <a:ext cx="5526305" cy="4503937"/>
          </a:xfrm>
          <a:prstGeom prst="rect">
            <a:avLst/>
          </a:prstGeom>
        </p:spPr>
      </p:pic>
    </p:spTree>
    <p:extLst>
      <p:ext uri="{BB962C8B-B14F-4D97-AF65-F5344CB8AC3E}">
        <p14:creationId xmlns:p14="http://schemas.microsoft.com/office/powerpoint/2010/main" val="1963943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C49D7B-F071-607E-ECE6-E21D8FA79235}"/>
              </a:ext>
            </a:extLst>
          </p:cNvPr>
          <p:cNvSpPr>
            <a:spLocks noGrp="1"/>
          </p:cNvSpPr>
          <p:nvPr>
            <p:ph type="title"/>
          </p:nvPr>
        </p:nvSpPr>
        <p:spPr>
          <a:xfrm>
            <a:off x="916172" y="358127"/>
            <a:ext cx="10515600" cy="1325563"/>
          </a:xfrm>
        </p:spPr>
        <p:txBody>
          <a:bodyPr/>
          <a:lstStyle/>
          <a:p>
            <a:r>
              <a:rPr lang="en-US" dirty="0"/>
              <a:t>Sequence Diagrams</a:t>
            </a:r>
          </a:p>
        </p:txBody>
      </p:sp>
      <p:pic>
        <p:nvPicPr>
          <p:cNvPr id="11" name="Picture 10" descr="A diagram of a traffic diagram&#10;&#10;AI-generated content may be incorrect.">
            <a:extLst>
              <a:ext uri="{FF2B5EF4-FFF2-40B4-BE49-F238E27FC236}">
                <a16:creationId xmlns:a16="http://schemas.microsoft.com/office/drawing/2014/main" id="{DD43A7F0-8699-449C-AF41-C8AF52A13D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2467" y="2187968"/>
            <a:ext cx="3919305" cy="2746180"/>
          </a:xfrm>
          <a:prstGeom prst="rect">
            <a:avLst/>
          </a:prstGeom>
        </p:spPr>
      </p:pic>
      <p:pic>
        <p:nvPicPr>
          <p:cNvPr id="13" name="Picture 12" descr="A diagram of a flowchart&#10;&#10;AI-generated content may be incorrect.">
            <a:extLst>
              <a:ext uri="{FF2B5EF4-FFF2-40B4-BE49-F238E27FC236}">
                <a16:creationId xmlns:a16="http://schemas.microsoft.com/office/drawing/2014/main" id="{BFA38789-742C-39F7-7C1E-196B770521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989" y="2087711"/>
            <a:ext cx="7091964" cy="2682577"/>
          </a:xfrm>
          <a:prstGeom prst="rect">
            <a:avLst/>
          </a:prstGeom>
        </p:spPr>
      </p:pic>
    </p:spTree>
    <p:extLst>
      <p:ext uri="{BB962C8B-B14F-4D97-AF65-F5344CB8AC3E}">
        <p14:creationId xmlns:p14="http://schemas.microsoft.com/office/powerpoint/2010/main" val="35571039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2B22A-50B0-F0BB-8111-52FB6D8FDA74}"/>
              </a:ext>
            </a:extLst>
          </p:cNvPr>
          <p:cNvSpPr>
            <a:spLocks noGrp="1"/>
          </p:cNvSpPr>
          <p:nvPr>
            <p:ph type="title"/>
          </p:nvPr>
        </p:nvSpPr>
        <p:spPr/>
        <p:txBody>
          <a:bodyPr/>
          <a:lstStyle/>
          <a:p>
            <a:r>
              <a:rPr lang="en-US" dirty="0"/>
              <a:t>Class Diagram</a:t>
            </a:r>
          </a:p>
        </p:txBody>
      </p:sp>
      <p:pic>
        <p:nvPicPr>
          <p:cNvPr id="5" name="Content Placeholder 4">
            <a:extLst>
              <a:ext uri="{FF2B5EF4-FFF2-40B4-BE49-F238E27FC236}">
                <a16:creationId xmlns:a16="http://schemas.microsoft.com/office/drawing/2014/main" id="{90D794A5-8FA1-BC9F-361E-3413B2B20A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5422" y="1690688"/>
            <a:ext cx="10213944" cy="4486275"/>
          </a:xfrm>
        </p:spPr>
      </p:pic>
    </p:spTree>
    <p:extLst>
      <p:ext uri="{BB962C8B-B14F-4D97-AF65-F5344CB8AC3E}">
        <p14:creationId xmlns:p14="http://schemas.microsoft.com/office/powerpoint/2010/main" val="3854483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1CFF4-DC47-0E01-C140-ABB2E93547CF}"/>
              </a:ext>
            </a:extLst>
          </p:cNvPr>
          <p:cNvSpPr>
            <a:spLocks noGrp="1"/>
          </p:cNvSpPr>
          <p:nvPr>
            <p:ph type="title"/>
          </p:nvPr>
        </p:nvSpPr>
        <p:spPr/>
        <p:txBody>
          <a:bodyPr/>
          <a:lstStyle/>
          <a:p>
            <a:r>
              <a:rPr lang="en-US" dirty="0"/>
              <a:t>State</a:t>
            </a:r>
          </a:p>
        </p:txBody>
      </p:sp>
      <p:pic>
        <p:nvPicPr>
          <p:cNvPr id="5" name="Content Placeholder 4" descr="A diagram of a process&#10;&#10;AI-generated content may be incorrect.">
            <a:extLst>
              <a:ext uri="{FF2B5EF4-FFF2-40B4-BE49-F238E27FC236}">
                <a16:creationId xmlns:a16="http://schemas.microsoft.com/office/drawing/2014/main" id="{4E5098C0-93CB-5960-4C7D-2A562EFFE6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71737" y="2043906"/>
            <a:ext cx="7248525" cy="3914775"/>
          </a:xfrm>
        </p:spPr>
      </p:pic>
    </p:spTree>
    <p:extLst>
      <p:ext uri="{BB962C8B-B14F-4D97-AF65-F5344CB8AC3E}">
        <p14:creationId xmlns:p14="http://schemas.microsoft.com/office/powerpoint/2010/main" val="1197679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07631-41DC-802E-AA62-3648B98A8689}"/>
              </a:ext>
            </a:extLst>
          </p:cNvPr>
          <p:cNvSpPr>
            <a:spLocks noGrp="1"/>
          </p:cNvSpPr>
          <p:nvPr>
            <p:ph type="title"/>
          </p:nvPr>
        </p:nvSpPr>
        <p:spPr/>
        <p:txBody>
          <a:bodyPr/>
          <a:lstStyle/>
          <a:p>
            <a:r>
              <a:rPr lang="en-US" dirty="0"/>
              <a:t>Component</a:t>
            </a:r>
          </a:p>
        </p:txBody>
      </p:sp>
      <p:pic>
        <p:nvPicPr>
          <p:cNvPr id="5" name="Content Placeholder 4" descr="A diagram of a circuit&#10;&#10;AI-generated content may be incorrect.">
            <a:extLst>
              <a:ext uri="{FF2B5EF4-FFF2-40B4-BE49-F238E27FC236}">
                <a16:creationId xmlns:a16="http://schemas.microsoft.com/office/drawing/2014/main" id="{305C0866-7B47-A2DA-8EFF-99E4369AA79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171797"/>
            <a:ext cx="10515600" cy="3658993"/>
          </a:xfrm>
        </p:spPr>
      </p:pic>
    </p:spTree>
    <p:extLst>
      <p:ext uri="{BB962C8B-B14F-4D97-AF65-F5344CB8AC3E}">
        <p14:creationId xmlns:p14="http://schemas.microsoft.com/office/powerpoint/2010/main" val="2858304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8C8B7-4841-755A-1F66-C6FA94F82AE4}"/>
              </a:ext>
            </a:extLst>
          </p:cNvPr>
          <p:cNvSpPr>
            <a:spLocks noGrp="1"/>
          </p:cNvSpPr>
          <p:nvPr>
            <p:ph type="title"/>
          </p:nvPr>
        </p:nvSpPr>
        <p:spPr/>
        <p:txBody>
          <a:bodyPr/>
          <a:lstStyle/>
          <a:p>
            <a:r>
              <a:rPr lang="en-US" dirty="0"/>
              <a:t>Cloud Deployment</a:t>
            </a:r>
          </a:p>
        </p:txBody>
      </p:sp>
      <p:pic>
        <p:nvPicPr>
          <p:cNvPr id="5" name="Content Placeholder 4" descr="A diagram of a computer&#10;&#10;AI-generated content may be incorrect.">
            <a:extLst>
              <a:ext uri="{FF2B5EF4-FFF2-40B4-BE49-F238E27FC236}">
                <a16:creationId xmlns:a16="http://schemas.microsoft.com/office/drawing/2014/main" id="{8E22037F-DB4D-9E5E-CD1B-D8380AD7B41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25107" y="1825625"/>
            <a:ext cx="3541786" cy="4351338"/>
          </a:xfrm>
        </p:spPr>
      </p:pic>
    </p:spTree>
    <p:extLst>
      <p:ext uri="{BB962C8B-B14F-4D97-AF65-F5344CB8AC3E}">
        <p14:creationId xmlns:p14="http://schemas.microsoft.com/office/powerpoint/2010/main" val="400550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29692-87D6-482D-77CF-FC28E941C1C3}"/>
              </a:ext>
            </a:extLst>
          </p:cNvPr>
          <p:cNvSpPr>
            <a:spLocks noGrp="1"/>
          </p:cNvSpPr>
          <p:nvPr>
            <p:ph type="title"/>
          </p:nvPr>
        </p:nvSpPr>
        <p:spPr/>
        <p:txBody>
          <a:bodyPr/>
          <a:lstStyle/>
          <a:p>
            <a:r>
              <a:rPr lang="en-US" dirty="0"/>
              <a:t>Patterns and Design Principles </a:t>
            </a:r>
          </a:p>
        </p:txBody>
      </p:sp>
      <p:sp>
        <p:nvSpPr>
          <p:cNvPr id="3" name="Content Placeholder 2">
            <a:extLst>
              <a:ext uri="{FF2B5EF4-FFF2-40B4-BE49-F238E27FC236}">
                <a16:creationId xmlns:a16="http://schemas.microsoft.com/office/drawing/2014/main" id="{FFA54702-2876-DF81-F6ED-AAE331124362}"/>
              </a:ext>
            </a:extLst>
          </p:cNvPr>
          <p:cNvSpPr>
            <a:spLocks noGrp="1"/>
          </p:cNvSpPr>
          <p:nvPr>
            <p:ph idx="1"/>
          </p:nvPr>
        </p:nvSpPr>
        <p:spPr/>
        <p:txBody>
          <a:bodyPr/>
          <a:lstStyle/>
          <a:p>
            <a:r>
              <a:rPr lang="en-US" dirty="0"/>
              <a:t>GRASP- Controller, Expert</a:t>
            </a:r>
          </a:p>
          <a:p>
            <a:r>
              <a:rPr lang="en-US" dirty="0"/>
              <a:t>SOLID- Single Responsibility</a:t>
            </a:r>
          </a:p>
          <a:p>
            <a:r>
              <a:rPr lang="en-US" dirty="0"/>
              <a:t>Distributed Architecture </a:t>
            </a:r>
          </a:p>
          <a:p>
            <a:endParaRPr lang="en-US" dirty="0"/>
          </a:p>
        </p:txBody>
      </p:sp>
    </p:spTree>
    <p:extLst>
      <p:ext uri="{BB962C8B-B14F-4D97-AF65-F5344CB8AC3E}">
        <p14:creationId xmlns:p14="http://schemas.microsoft.com/office/powerpoint/2010/main" val="1137935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126</Words>
  <Application>Microsoft Office PowerPoint</Application>
  <PresentationFormat>Widescreen</PresentationFormat>
  <Paragraphs>15</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Final Presentation</vt:lpstr>
      <vt:lpstr>Problem Statement</vt:lpstr>
      <vt:lpstr>Overview</vt:lpstr>
      <vt:lpstr>Use Case</vt:lpstr>
      <vt:lpstr>Sequence Diagrams</vt:lpstr>
      <vt:lpstr>Class Diagram</vt:lpstr>
      <vt:lpstr>State</vt:lpstr>
      <vt:lpstr>Component</vt:lpstr>
      <vt:lpstr>Cloud Deployment</vt:lpstr>
      <vt:lpstr>Patterns and Design Principles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Sahatjian</dc:creator>
  <cp:lastModifiedBy>Alex Sahatjian</cp:lastModifiedBy>
  <cp:revision>1</cp:revision>
  <dcterms:created xsi:type="dcterms:W3CDTF">2025-05-02T17:39:25Z</dcterms:created>
  <dcterms:modified xsi:type="dcterms:W3CDTF">2025-05-02T17:54:10Z</dcterms:modified>
</cp:coreProperties>
</file>